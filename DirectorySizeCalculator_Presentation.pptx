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9" r:id="rId4"/>
    <p:sldId id="260" r:id="rId5"/>
    <p:sldId id="261" r:id="rId6"/>
    <p:sldId id="263" r:id="rId7"/>
    <p:sldId id="265" r:id="rId8"/>
    <p:sldId id="266" r:id="rId9"/>
    <p:sldId id="268" r:id="rId10"/>
    <p:sldId id="269" r:id="rId11"/>
    <p:sldId id="270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1" d="100"/>
          <a:sy n="91" d="100"/>
        </p:scale>
        <p:origin x="78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30200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Directory Size Calculator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8346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1  ·  Java 11  ·  Command-Line Application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Programming Assignment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73152"/>
            <a:ext cx="8595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8503920" cy="822960"/>
          </a:xfrm>
          <a:prstGeom prst="rect">
            <a:avLst/>
          </a:prstGeom>
          <a:solidFill>
            <a:srgbClr val="F3F4F6"/>
          </a:solidFill>
          <a:ln w="63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20040" y="960120"/>
            <a:ext cx="64008" cy="82296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" y="1014984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 a hierarchical file system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" y="1344168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Directories contain files and sub-directories, all held in memory — no database required.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" y="1920240"/>
            <a:ext cx="8503920" cy="822960"/>
          </a:xfrm>
          <a:prstGeom prst="rect">
            <a:avLst/>
          </a:prstGeom>
          <a:solidFill>
            <a:srgbClr val="EEF2FF"/>
          </a:solidFill>
          <a:ln w="63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20040" y="1920240"/>
            <a:ext cx="64008" cy="82296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" y="1975104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three core commands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" y="2304288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(change directory)  ·  ls (list contents)  ·  size (recursive total size)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2880360"/>
            <a:ext cx="8503920" cy="822960"/>
          </a:xfrm>
          <a:prstGeom prst="rect">
            <a:avLst/>
          </a:prstGeom>
          <a:solidFill>
            <a:srgbClr val="F3F4F6"/>
          </a:solidFill>
          <a:ln w="63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20040" y="2880360"/>
            <a:ext cx="64008" cy="82296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02920" y="2935224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Recursive size calculation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02920" y="3264408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must traverse all descendants — not just direct children — using recursion.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3840480"/>
            <a:ext cx="8503920" cy="822960"/>
          </a:xfrm>
          <a:prstGeom prst="rect">
            <a:avLst/>
          </a:prstGeom>
          <a:solidFill>
            <a:srgbClr val="EEF2FF"/>
          </a:solidFill>
          <a:ln w="63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20040" y="3840480"/>
            <a:ext cx="64008" cy="82296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02920" y="3895344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Helper commands for building the tree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" y="4224528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mkdir, touch, pwd, and help let the user create and explore the file system interactively.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73152"/>
            <a:ext cx="8595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– Four-Layer Design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011680" y="1920240"/>
            <a:ext cx="411480" cy="54864"/>
          </a:xfrm>
          <a:prstGeom prst="rect">
            <a:avLst/>
          </a:prstGeom>
          <a:solidFill>
            <a:srgbClr val="37415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914400"/>
            <a:ext cx="1783080" cy="1143000"/>
          </a:xfrm>
          <a:prstGeom prst="rect">
            <a:avLst/>
          </a:prstGeom>
          <a:solidFill>
            <a:srgbClr val="3B82F6"/>
          </a:solidFill>
          <a:ln/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74320" y="987552"/>
            <a:ext cx="1783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74320" y="1417320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FileNode.java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2194560"/>
            <a:ext cx="1783080" cy="1371600"/>
          </a:xfrm>
          <a:prstGeom prst="rect">
            <a:avLst/>
          </a:prstGeom>
          <a:solidFill>
            <a:srgbClr val="F3F4F6"/>
          </a:solidFill>
          <a:ln w="63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20040" y="2240280"/>
            <a:ext cx="16916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 node: FILE or DIRECTORY. Holds name, size (files) or children map (dirs).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187952" y="1920240"/>
            <a:ext cx="411480" cy="54864"/>
          </a:xfrm>
          <a:prstGeom prst="rect">
            <a:avLst/>
          </a:prstGeom>
          <a:solidFill>
            <a:srgbClr val="37415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1783080" cy="1143000"/>
          </a:xfrm>
          <a:prstGeom prst="rect">
            <a:avLst/>
          </a:prstGeom>
          <a:solidFill>
            <a:srgbClr val="10B981"/>
          </a:solidFill>
          <a:ln/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450592" y="987552"/>
            <a:ext cx="1783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450592" y="1417320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FileSystemService.java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450592" y="2194560"/>
            <a:ext cx="1783080" cy="1371600"/>
          </a:xfrm>
          <a:prstGeom prst="rect">
            <a:avLst/>
          </a:prstGeom>
          <a:solidFill>
            <a:srgbClr val="F3F4F6"/>
          </a:solidFill>
          <a:ln w="63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496312" y="2240280"/>
            <a:ext cx="16916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business logic: cd, ls, size (recursive), mkdir, touch. Owns the path stack.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364224" y="1920240"/>
            <a:ext cx="411480" cy="54864"/>
          </a:xfrm>
          <a:prstGeom prst="rect">
            <a:avLst/>
          </a:prstGeom>
          <a:solidFill>
            <a:srgbClr val="37415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626864" y="914400"/>
            <a:ext cx="1783080" cy="1143000"/>
          </a:xfrm>
          <a:prstGeom prst="rect">
            <a:avLst/>
          </a:prstGeom>
          <a:solidFill>
            <a:srgbClr val="F59E0B"/>
          </a:solidFill>
          <a:ln/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626864" y="987552"/>
            <a:ext cx="1783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626864" y="1417320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CommandParser.java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626864" y="2194560"/>
            <a:ext cx="1783080" cy="1371600"/>
          </a:xfrm>
          <a:prstGeom prst="rect">
            <a:avLst/>
          </a:prstGeom>
          <a:solidFill>
            <a:srgbClr val="F3F4F6"/>
          </a:solidFill>
          <a:ln w="63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672584" y="2240280"/>
            <a:ext cx="16916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Tokenises raw CLI input, validates args, dispatches to service layer.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803136" y="914400"/>
            <a:ext cx="1783080" cy="1143000"/>
          </a:xfrm>
          <a:prstGeom prst="rect">
            <a:avLst/>
          </a:prstGeom>
          <a:solidFill>
            <a:srgbClr val="8B5CF6"/>
          </a:solidFill>
          <a:ln/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803136" y="987552"/>
            <a:ext cx="1783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Point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803136" y="1417320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Main.java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803136" y="2194560"/>
            <a:ext cx="1783080" cy="1371600"/>
          </a:xfrm>
          <a:prstGeom prst="rect">
            <a:avLst/>
          </a:prstGeom>
          <a:solidFill>
            <a:srgbClr val="F3F4F6"/>
          </a:solidFill>
          <a:ln w="63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848856" y="2240280"/>
            <a:ext cx="16916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 loop: prints prompt, reads line, calls parser, prints response.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274320" y="379476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Dependency direction →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73152"/>
            <a:ext cx="8595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 – Composite Tree Pattern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937760" cy="402336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868680"/>
            <a:ext cx="47548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FileNode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├── name: String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├── type: FILE | DIRECTORY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├── size: long  (files only)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└── children: Map&lt;String, FileNode&gt;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(directories only)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Example tree: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root/  (DIR)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├── home/  (DIR)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│   └── rachana/  (DIR)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│       ├── resume.pdf  200 KB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│       └── projects/  (DIR)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│           └── model.pkl  5 MB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└── etc/  (DIR)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└── hosts  256 B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0" y="868680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Pattern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0" y="1170432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class models both leaves (files) and composites (dirs), simplifying traversal.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486400" y="1837944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LinkedHashMap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0" y="2139696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Children stored in insertion order for consistent ls output.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486400" y="2807208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nodes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0" y="3108960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and type set at construction — no mutation risk at runtime.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486400" y="3776472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stack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0" y="4078224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FileSystemService keeps a List&lt;FileNode&gt; breadcrumb. cd .. = removeLast().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73152"/>
            <a:ext cx="8595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Algorithm – Recursive Size Calculation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937760" cy="219456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877824"/>
            <a:ext cx="4754880" cy="2084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long computeSize(FileNode node)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(node.isFile())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node.getSize();       // base case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long total = 0;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(FileNode child 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node.getChildren().values())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total += computeSize(child); // recurse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total;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0" y="822960"/>
            <a:ext cx="3383280" cy="868680"/>
          </a:xfrm>
          <a:prstGeom prst="rect">
            <a:avLst/>
          </a:prstGeom>
          <a:solidFill>
            <a:srgbClr val="F3F4F6"/>
          </a:solidFill>
          <a:ln w="1905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486400" y="822960"/>
            <a:ext cx="64008" cy="86868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623560" y="877824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Case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623560" y="1152144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FILE node returns its own size immediately — stops infinite recursion.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486400" y="1828800"/>
            <a:ext cx="3383280" cy="868680"/>
          </a:xfrm>
          <a:prstGeom prst="rect">
            <a:avLst/>
          </a:prstGeom>
          <a:solidFill>
            <a:srgbClr val="F3F4F6"/>
          </a:solidFill>
          <a:ln w="1905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486400" y="1828800"/>
            <a:ext cx="64008" cy="86868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623560" y="1883664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Recursive Case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23560" y="2157984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DIRECTORY sums computeSize() over each child — handles any depth.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486400" y="2834640"/>
            <a:ext cx="3383280" cy="868680"/>
          </a:xfrm>
          <a:prstGeom prst="rect">
            <a:avLst/>
          </a:prstGeom>
          <a:solidFill>
            <a:srgbClr val="F3F4F6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486400" y="2834640"/>
            <a:ext cx="64008" cy="8686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623560" y="2889504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23560" y="3163824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O(n) time, O(depth) stack space. Works for empty dirs and deep nests.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20040" y="3200400"/>
            <a:ext cx="8595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Verified: root size = 14,711,616 bytes (14.0 MB)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73152"/>
            <a:ext cx="8595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Structure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8503920" cy="411480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877824"/>
            <a:ext cx="8321040" cy="3977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dirsize/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src/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Main.java               Entry point + REPL loop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FileNode.java           Tree node (FILE or DIRECTORY)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FileSystemService.java  Core logic: cd, ls, size, mkdir, touch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SeedLoader.java         Loads demo data at startup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CommandParser.java      Parses and dispatches CLI commands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test/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FileSystemServiceTest.java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CommandParserTest.java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dirsize.jar                 Pre-built runnable jar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build.bat                   Build script (Windows)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README.md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73152"/>
            <a:ext cx="8595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Build, Run &amp; Test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20040" y="1284732"/>
            <a:ext cx="8503920" cy="749808"/>
          </a:xfrm>
          <a:prstGeom prst="rect">
            <a:avLst/>
          </a:prstGeom>
          <a:solidFill>
            <a:srgbClr val="F3F4F6"/>
          </a:solidFill>
          <a:ln w="63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5760" y="1412748"/>
            <a:ext cx="457200" cy="4572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65760" y="14127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60120" y="1339596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206240" y="1321308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Java 11 or higher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960120" y="1677924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with: java -version  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0040" y="2125980"/>
            <a:ext cx="8503920" cy="749808"/>
          </a:xfrm>
          <a:prstGeom prst="rect">
            <a:avLst/>
          </a:prstGeom>
          <a:solidFill>
            <a:srgbClr val="EEF2FF"/>
          </a:solidFill>
          <a:ln w="63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65760" y="2253996"/>
            <a:ext cx="457200" cy="4572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65760" y="225399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60120" y="2180844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pre-built jar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206240" y="2162556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java -jar dirsize.jar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960120" y="2519172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use immediately — no build step required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20040" y="2971800"/>
            <a:ext cx="8503920" cy="749808"/>
          </a:xfrm>
          <a:prstGeom prst="rect">
            <a:avLst/>
          </a:prstGeom>
          <a:solidFill>
            <a:srgbClr val="EEF2FF"/>
          </a:solidFill>
          <a:ln w="63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365760" y="3099816"/>
            <a:ext cx="457200" cy="4572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65760" y="30998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60120" y="3026664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from source (Windows)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206240" y="3008376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build.bat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960120" y="3364992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result on Windows Command Prompt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20040" y="3813048"/>
            <a:ext cx="8503920" cy="749808"/>
          </a:xfrm>
          <a:prstGeom prst="rect">
            <a:avLst/>
          </a:prstGeom>
          <a:solidFill>
            <a:srgbClr val="F3F4F6"/>
          </a:solidFill>
          <a:ln w="63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365760" y="3941064"/>
            <a:ext cx="457200" cy="4572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365760" y="394106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960120" y="3867912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file system mode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206240" y="3849624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java -jar dirsize.jar --no-seed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960120" y="420624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a blank tree and build it yourself with mkdir + touch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73152"/>
            <a:ext cx="8595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Interactive Session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8503920" cy="411480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868680"/>
            <a:ext cx="8321040" cy="3977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80" dirty="0">
                <a:solidFill>
                  <a:srgbClr val="D1FA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/root $ ls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D1FA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     SIZE         NAME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D1FA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      -            home/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D1FA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      -            etc/</a:t>
            </a:r>
            <a:endParaRPr lang="en-US" sz="980" dirty="0"/>
          </a:p>
          <a:p>
            <a:pPr marL="0" indent="0">
              <a:buNone/>
            </a:pP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D1FA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/root $ cd home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D1FA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Changed to /root/home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D1FA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/root/home $ cd rachana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D1FA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/root/home/rachana $ ls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D1FA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      -            documents/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D1FA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      -            projects/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D1FA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      -            music/</a:t>
            </a:r>
            <a:endParaRPr lang="en-US" sz="980" dirty="0"/>
          </a:p>
          <a:p>
            <a:pPr marL="0" indent="0">
              <a:buNone/>
            </a:pP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D1FA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/root/home/rachana $ size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D1FA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 size of '/root/home/rachana': 14710848 bytes (14.0 MB)</a:t>
            </a:r>
            <a:endParaRPr lang="en-US" sz="980" dirty="0"/>
          </a:p>
          <a:p>
            <a:pPr marL="0" indent="0">
              <a:buNone/>
            </a:pP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D1FA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/root/home/rachana $ cd projects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D1FA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/root/home/rachana/projects $ cd ml-model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D1FA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/root/home/rachana/projects/ml-model $ size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D1FA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 size of '/root/.../ml-model': 5251072 bytes (5.0 MB)</a:t>
            </a:r>
            <a:endParaRPr lang="en-US" sz="980" dirty="0"/>
          </a:p>
          <a:p>
            <a:pPr marL="0" indent="0">
              <a:buNone/>
            </a:pP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D1FA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/root $ size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D1FA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 size of '/root': 14711616 bytes (14.0 MB)</a:t>
            </a:r>
            <a:endParaRPr lang="en-US" sz="9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73152"/>
            <a:ext cx="8595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Pre-Loaded Seed Data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5303520" cy="411480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868680"/>
            <a:ext cx="5120640" cy="3977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root/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home/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rachana/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├── documents/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│   ├── resume.pdf         204,800 B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│   ├── cover_letter.docx   51,200 B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│   └── notes.txt            2,048 B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├── projects/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│   ├── dirsize-app/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│   │   ├── Main.java        3,500 B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│   │   ├── FileNode.java    2,900 B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│   │   └── build.xml        1,024 B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│   └── ml-model/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│       ├── model.pkl    5,242,880 B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│       └── train.py         8,192 B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└── music/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    ├── song1.mp3        4,194,304 B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    └── song2.mp3        5,000,000 B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etc/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config.cfg                     512 B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└── hosts                          256 B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852160" y="82296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size results: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852160" y="1234440"/>
            <a:ext cx="3017520" cy="411480"/>
          </a:xfrm>
          <a:prstGeom prst="rect">
            <a:avLst/>
          </a:prstGeom>
          <a:solidFill>
            <a:srgbClr val="F3F4F6"/>
          </a:solidFill>
          <a:ln w="63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943600" y="1289304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documents/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406640" y="128930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258,048 B  ≈ 252 KB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852160" y="1737360"/>
            <a:ext cx="3017520" cy="411480"/>
          </a:xfrm>
          <a:prstGeom prst="rect">
            <a:avLst/>
          </a:prstGeom>
          <a:solidFill>
            <a:srgbClr val="F3F4F6"/>
          </a:solidFill>
          <a:ln w="63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943600" y="1792224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dirsize-app/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406640" y="179222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7,424 B  ≈ 7 KB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852160" y="2240280"/>
            <a:ext cx="3017520" cy="411480"/>
          </a:xfrm>
          <a:prstGeom prst="rect">
            <a:avLst/>
          </a:prstGeom>
          <a:solidFill>
            <a:srgbClr val="F3F4F6"/>
          </a:solidFill>
          <a:ln w="63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943600" y="2295144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ml-model/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06640" y="229514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5,251,072 B  ≈ 5.0 MB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852160" y="2743200"/>
            <a:ext cx="3017520" cy="411480"/>
          </a:xfrm>
          <a:prstGeom prst="rect">
            <a:avLst/>
          </a:prstGeom>
          <a:solidFill>
            <a:srgbClr val="F3F4F6"/>
          </a:solidFill>
          <a:ln w="63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943600" y="2798064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music/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06640" y="279806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9,194,304 B  ≈ 8.8 MB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852160" y="3246120"/>
            <a:ext cx="3017520" cy="411480"/>
          </a:xfrm>
          <a:prstGeom prst="rect">
            <a:avLst/>
          </a:prstGeom>
          <a:solidFill>
            <a:srgbClr val="F3F4F6"/>
          </a:solidFill>
          <a:ln w="63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943600" y="3300984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etc/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406640" y="330098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768 B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52160" y="3749040"/>
            <a:ext cx="3017520" cy="411480"/>
          </a:xfrm>
          <a:prstGeom prst="rect">
            <a:avLst/>
          </a:prstGeom>
          <a:solidFill>
            <a:srgbClr val="1E2761"/>
          </a:solidFill>
          <a:ln w="63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943600" y="3803904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root/ TOTAL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406640" y="380390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14,711,616 B  ≈ 14.0 MB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73152"/>
            <a:ext cx="8595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Coverage – JUnit 5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4160520" cy="402336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804672"/>
            <a:ext cx="4160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FileSystemServiceTest.java  (17 tests)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84048" y="1298448"/>
            <a:ext cx="164592" cy="164592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21792" y="1261872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mkdir creates a child directory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84048" y="1517904"/>
            <a:ext cx="164592" cy="164592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21792" y="1481328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mkdir rejects duplicate names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84048" y="1737360"/>
            <a:ext cx="164592" cy="164592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21792" y="1700784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 creates file with correct size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84048" y="1956816"/>
            <a:ext cx="164592" cy="164592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21792" y="1920240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 rejects negative file size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84048" y="2176272"/>
            <a:ext cx="164592" cy="164592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21792" y="2139696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descends into child directory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84048" y="2395728"/>
            <a:ext cx="164592" cy="164592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21792" y="2359152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.. returns to parent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84048" y="2615184"/>
            <a:ext cx="164592" cy="164592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21792" y="2578608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/ goes back to root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84048" y="2834640"/>
            <a:ext cx="164592" cy="164592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21792" y="2798064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.. at root stays at root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84048" y="3054096"/>
            <a:ext cx="164592" cy="164592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21792" y="3017520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into non-existent dir → error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84048" y="3273552"/>
            <a:ext cx="164592" cy="164592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21792" y="3236976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into a file → error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84048" y="3493008"/>
            <a:ext cx="164592" cy="164592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21792" y="3456432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of empty directory is 0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84048" y="3712464"/>
            <a:ext cx="164592" cy="164592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21792" y="3675888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sums direct files correctly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84048" y="3931920"/>
            <a:ext cx="164592" cy="164592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21792" y="3895344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recurses into sub-directories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384048" y="4151376"/>
            <a:ext cx="164592" cy="164592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621792" y="4114800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recurses three levels deep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84048" y="4370832"/>
            <a:ext cx="164592" cy="164592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21792" y="4334256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shows empty message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384048" y="4590288"/>
            <a:ext cx="164592" cy="164592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621792" y="4553712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lists files and directories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384048" y="4809744"/>
            <a:ext cx="164592" cy="164592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621792" y="4773168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formatSize – bytes / KB / MB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663440" y="804672"/>
            <a:ext cx="4160520" cy="402336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4663440" y="804672"/>
            <a:ext cx="4160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CommandParserTest.java  (10 tests)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727448" y="1325880"/>
            <a:ext cx="164592" cy="164592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4965192" y="1261872"/>
            <a:ext cx="3749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returns non-empty help text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727448" y="1636776"/>
            <a:ext cx="164592" cy="164592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4965192" y="1572768"/>
            <a:ext cx="3749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 command → error message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727448" y="1947672"/>
            <a:ext cx="164592" cy="164592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4965192" y="1883664"/>
            <a:ext cx="3749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/ quit returns null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4727448" y="2258568"/>
            <a:ext cx="164592" cy="164592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4965192" y="2194560"/>
            <a:ext cx="3749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input → empty string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4727448" y="2569464"/>
            <a:ext cx="164592" cy="164592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4965192" y="2505456"/>
            <a:ext cx="3749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mkdir + cd + ls round-trip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4727448" y="2880360"/>
            <a:ext cx="164592" cy="164592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4965192" y="2816352"/>
            <a:ext cx="3749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 with bad size → error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4727448" y="3191256"/>
            <a:ext cx="164592" cy="164592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4965192" y="3127248"/>
            <a:ext cx="3749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 missing args → usage hint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4727448" y="3502152"/>
            <a:ext cx="164592" cy="164592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4965192" y="3438144"/>
            <a:ext cx="3749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missing args → usage hint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4727448" y="3813048"/>
            <a:ext cx="164592" cy="164592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4965192" y="3749040"/>
            <a:ext cx="3749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command after seeding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4727448" y="4123944"/>
            <a:ext cx="164592" cy="164592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4965192" y="4059936"/>
            <a:ext cx="3749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pwd shows current path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457200" y="2240280"/>
            <a:ext cx="201168" cy="201168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77240" y="2176272"/>
            <a:ext cx="8046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11  ·  No external dependencies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743200"/>
            <a:ext cx="201168" cy="201168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77240" y="2679192"/>
            <a:ext cx="8046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four-layer design: Model → Service → Command → Main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246120"/>
            <a:ext cx="201168" cy="201168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3182112"/>
            <a:ext cx="8046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Recursive size with Composite pattern 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3749040"/>
            <a:ext cx="201168" cy="201168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3685032"/>
            <a:ext cx="8046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data loads a realistic ~14 MB demo tree at startup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github.com/[your-username]/dirsize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1200</Words>
  <Application>Microsoft Office PowerPoint</Application>
  <PresentationFormat>On-screen Show (16:9)</PresentationFormat>
  <Paragraphs>207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Directory Size Calculator</dc:title>
  <dc:subject>PptxGenJS Presentation</dc:subject>
  <dc:creator>PptxGenJS</dc:creator>
  <cp:lastModifiedBy>Rachana Vijay</cp:lastModifiedBy>
  <cp:revision>2</cp:revision>
  <dcterms:created xsi:type="dcterms:W3CDTF">2026-05-29T18:42:21Z</dcterms:created>
  <dcterms:modified xsi:type="dcterms:W3CDTF">2026-05-29T19:13:28Z</dcterms:modified>
</cp:coreProperties>
</file>