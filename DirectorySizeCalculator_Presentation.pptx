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3" r:id="rId7"/>
    <p:sldId id="265" r:id="rId8"/>
    <p:sldId id="266" r:id="rId9"/>
    <p:sldId id="268" r:id="rId10"/>
    <p:sldId id="269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02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Size Calculator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·  Java 11  ·  Command-Line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Assignment – Rachana Vijay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hierarchical file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 contain files and sub-directories, all held in memory — no database required.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822960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three core commands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(change directory)  ·  ls (list contents)  ·  size (recursive total size)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850392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35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size calculation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644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must traverse all descendants — not just direct children — using recursion.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822960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8953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commands for building the tree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245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mkdir, touch, pwd, and help let the user create and explore the file system interactively.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– Four-Layer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0" y="1920240"/>
            <a:ext cx="411480" cy="5486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783080" cy="11430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FileNode.java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1783080" cy="137160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node: FILE or DIRECTORY. Holds name, size (files) or children map (dirs).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87952" y="1920240"/>
            <a:ext cx="411480" cy="5486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1783080" cy="11430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0592" y="987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0592" y="1417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FileSystemService.java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0592" y="2194560"/>
            <a:ext cx="1783080" cy="137160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96312" y="224028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logic: cd, ls, size (recursive), mkdir, touch. Owns the path stack.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64224" y="1920240"/>
            <a:ext cx="411480" cy="5486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914400"/>
            <a:ext cx="1783080" cy="11430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987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26864" y="1417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CommandParser.java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2194560"/>
            <a:ext cx="1783080" cy="137160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72584" y="224028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Tokenises raw CLI input, validates args, dispatches to service layer.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914400"/>
            <a:ext cx="1783080" cy="1143000"/>
          </a:xfrm>
          <a:prstGeom prst="rect">
            <a:avLst/>
          </a:prstGeom>
          <a:solidFill>
            <a:srgbClr val="8B5CF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987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03136" y="14173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2194560"/>
            <a:ext cx="1783080" cy="137160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48856" y="224028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loop: prints prompt, reads line, calls parser, prints response.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3794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direction →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– Composite Tree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937760" cy="4023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name: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type: FILE | DIRECTORY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size: long  (files only)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children: Map&lt;String, FileNode&gt;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(directories only)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tree: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root/  (DIR)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home/  (DIR)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rachana/  (DIR)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├── resume.pdf  200 KB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└── projects/  (DIR)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└── model.pkl  5 MB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etc/  (DIR)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hosts  256 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0" y="8686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1704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models both leaves (files) and composites (dirs), simplifying traversal.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0" y="1837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13969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stored in insertion order for consistent ls output.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8072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nodes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31089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type set at construction — no mutation risk at runtime.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0" y="3776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stack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40782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FileSystemService keeps a List&lt;FileNode&gt; breadcrumb. cd .. = removeLast().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– Recursive Size Calculation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93776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47548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long computeSize(FileNode node)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(node.isFile())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node.getSize();       // base case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total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(FileNode child 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node.getChildren().values())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computeSize(child); // recurse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822960"/>
            <a:ext cx="3383280" cy="868680"/>
          </a:xfrm>
          <a:prstGeom prst="rect">
            <a:avLst/>
          </a:prstGeom>
          <a:solidFill>
            <a:srgbClr val="F3F4F6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23560" y="8778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11521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node returns its own size immediately — stops infinite recursion.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3383280" cy="868680"/>
          </a:xfrm>
          <a:prstGeom prst="rect">
            <a:avLst/>
          </a:prstGeom>
          <a:solidFill>
            <a:srgbClr val="F3F4F6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64008" cy="868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18836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1579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sums computeSize() over each child — handles any depth.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2834640"/>
            <a:ext cx="3383280" cy="868680"/>
          </a:xfrm>
          <a:prstGeom prst="rect">
            <a:avLst/>
          </a:prstGeom>
          <a:solidFill>
            <a:srgbClr val="F3F4F6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283464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23560" y="28895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1638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time, O(depth) stack space. Works for empty dirs and deep nests.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20040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root size = 14,711,616 bytes (14.0 MB)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4114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dirsize/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Main.java               Entry point + REPL loop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FileNode.java           Tree node (FILE or DIRECTORY)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FileSystemService.java  Core logic: cd, ls, size, mkdir, touch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SeedLoader.java         Loads demo data at startup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CommandParser.java      Parses and dispatches CLI commands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FileSystemServiceTest.java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CommandParserTest.java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dirsize.jar                 Pre-built runnable jar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build.bat                   Build script (Windows)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Build, Run &amp; Test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84732"/>
            <a:ext cx="8503920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274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27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395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3213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11 or higher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67792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with: java -version  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25980"/>
            <a:ext cx="850392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5399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539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1808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pre-built jar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1625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dirsize.jar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5191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 immediately — no build step required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850392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09981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026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source (Windows)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30083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build.bat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3649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on Windows Command Prompt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13048"/>
            <a:ext cx="8503920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94106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867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file system mode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38496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dirsize.jar --no-seed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blank tree and build it yourself with mkdir + touch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- Interactive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4114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 $ ls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   SIZE         NAME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    -            home/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    -            etc/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 $ cd home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 to /root/home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/root/home $ cd rachana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/root/home/rachana $ ls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    -            documents/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    -            projects/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      -            music/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/root/home/rachana $ size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size of '/root/home/rachana': 14710848 bytes (14.0 MB)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/root/home/rachana $ cd projects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/root/home/rachana/projects $ cd ml-model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/root/home/rachana/projects/ml-model $ size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size of '/root/.../ml-model': 5251072 bytes (5.0 MB)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/root $ size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size of '/root': 14711616 bytes (14.0 MB)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Seed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303520" cy="4114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51206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home/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rachana/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documents/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resume.pdf         204,800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cover_letter.docx   51,200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notes.txt            2,048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projects/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dirsize-app/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│   ├── Main.java        3,500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│   ├── FileNode.java    2,900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│   └── build.xml        1,024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ml-model/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    ├── model.pkl    5,242,880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    └── train.py         8,192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music/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├── song1.mp3        4,194,304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song2.mp3        5,000,000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etc/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config.cfg                     512 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hosts                          256 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852160" y="822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size results: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234440"/>
            <a:ext cx="30175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2893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0" y="12893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258,048 B  ≈ 252 KB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737360"/>
            <a:ext cx="30175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7922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dirsize-app/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1792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7,424 B  ≈ 7 KB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30175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2951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ml-model/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2295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5,251,072 B  ≈ 5.0 MB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743200"/>
            <a:ext cx="30175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27980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music/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9,194,304 B  ≈ 8.8 MB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3246120"/>
            <a:ext cx="30175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0" y="33009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3300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3749040"/>
            <a:ext cx="30175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38039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root/ TOTAL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640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14,711,616 B  ≈ 14.0 MB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– JUnit 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FileSystemServiceTest.java  (17 tests)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618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creates a child directory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51790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rejects duplicate names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7373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7007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creates file with correct size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195681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19202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rejects negative file size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1396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descends into child directory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39572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3591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.. returns to parent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61518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25786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/ goes back to root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8346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27980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.. at root stays at root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05409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30175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into non-existent dir → error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2735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32369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into a file → error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4930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34564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empty directory is 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71246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36758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sums direct files correctly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393192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38953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recurses into sub-directories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41513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" y="41148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recurses three levels deep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437083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" y="43342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shows empty message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" y="459028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" y="45537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lists files and directories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48097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" y="47731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formatSize – bytes / KB / MB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804672"/>
            <a:ext cx="4160520" cy="40233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80467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CommandParserTest.java  (10 tests)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27448" y="13258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65192" y="12618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returns non-empty help text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27448" y="16367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65192" y="15727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command → error message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27448" y="194767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65192" y="18836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/ quit returns null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27448" y="225856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65192" y="21945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input → empty string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27448" y="256946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65192" y="250545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+ cd + ls round-trip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27448" y="28803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65192" y="28163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with bad size → error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27448" y="319125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65192" y="3127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missing args → usage hint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27448" y="35021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65192" y="34381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missing args → usage hint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27448" y="38130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965192" y="37490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command after seeding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27448" y="4123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65192" y="405993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shows current path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7627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 ·  No external dependencies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four-layer design: Model → Service → Command → 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size with Composite pattern 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loads a realistic ~14 MB demo tree at startup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https://github.com/v-rachana/Directory-Size-Calculator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1207</Words>
  <Application>Microsoft Office PowerPoint</Application>
  <PresentationFormat>On-screen Show (16:9)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Directory Size Calculator</dc:title>
  <dc:subject>PptxGenJS Presentation</dc:subject>
  <dc:creator>PptxGenJS</dc:creator>
  <cp:lastModifiedBy>Rachana Vijay</cp:lastModifiedBy>
  <cp:revision>4</cp:revision>
  <dcterms:created xsi:type="dcterms:W3CDTF">2026-05-29T18:42:21Z</dcterms:created>
  <dcterms:modified xsi:type="dcterms:W3CDTF">2026-05-29T19:15:53Z</dcterms:modified>
</cp:coreProperties>
</file>